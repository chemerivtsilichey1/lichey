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802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448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27604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143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9641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2119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587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1373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97481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4977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98200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AAC59-F7AD-4F16-A0CA-BE592A8AA6A1}" type="datetimeFigureOut">
              <a:rPr lang="uk-UA" smtClean="0"/>
              <a:t>10.11.2025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0513A-85A4-4AD2-9706-070E29099D7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914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29" y="334296"/>
            <a:ext cx="4861493" cy="32397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985" y="3964398"/>
            <a:ext cx="1895475" cy="24098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560" y="212391"/>
            <a:ext cx="5930349" cy="51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763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1</cp:lastModifiedBy>
  <cp:revision>1</cp:revision>
  <dcterms:created xsi:type="dcterms:W3CDTF">2025-11-10T11:47:18Z</dcterms:created>
  <dcterms:modified xsi:type="dcterms:W3CDTF">2025-11-10T11:48:36Z</dcterms:modified>
</cp:coreProperties>
</file>